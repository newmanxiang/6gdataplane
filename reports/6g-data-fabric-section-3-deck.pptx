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3.1  ·  T1–T8 产业趋势总览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从R1–R8到T1–T8：形成“可信底座、动作准入、双路径价值、标准横切”的产业结构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四项筛选只决定哪些能力进入T1–T8；趋势之间的关系来自最小前置条件、独立价值和横切范围。因此不是八条平行口号，也不是四级严格串行。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3401568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15568"/>
            <a:ext cx="31455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趋势筛选方法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353312"/>
            <a:ext cx="3145536" cy="950976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399032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入选门槛 · 需求刚性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91056"/>
            <a:ext cx="29260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问题须由6G物理分布、AI原生、跨域自治和生态开放产生；不解决会持续限制数据使用、动作安全或商业规模。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377440"/>
            <a:ext cx="3145536" cy="950976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4231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入选门槛 · 可证伪性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615184"/>
            <a:ext cx="29260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必须能设置领先信号、可测试指标和反证条件；否则只是愿景，不能作为趋势判断。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401568"/>
            <a:ext cx="3145536" cy="950976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44728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确定性 · 工程成熟度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639312"/>
            <a:ext cx="29260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是否已有组件、原型、参考架构或部署基础，以及可实施的接口、运行时和治理机制。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4425696"/>
            <a:ext cx="3145536" cy="950976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471416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确定性 · 产业牵引力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663440"/>
            <a:ext cx="29260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标准讨论、厂商投入、客户需求和商业信号是否同向；证据按规范、产品、研究和愿景分档。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1060704"/>
            <a:ext cx="3822191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13632" y="1060704"/>
            <a:ext cx="73152" cy="14447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8224" y="1115568"/>
            <a:ext cx="35661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可信数据供给底座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1353312"/>
            <a:ext cx="356615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T2 元数据事件化  ·  T3 全局控制/近源执行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T1 可运营数据产品  ·  T6 任务适用性准入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8224" y="2048256"/>
            <a:ext cx="356615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及时可达 × 正确使用，两类能力互为条件、并行建设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416" y="1060704"/>
            <a:ext cx="3922776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0416" y="1060704"/>
            <a:ext cx="73152" cy="144475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1115568"/>
            <a:ext cx="3666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T7 能力型服务路径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353312"/>
            <a:ext cx="36667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数据/API、位置、身份、分析、网络能力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048256"/>
            <a:ext cx="36667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不必等待高风险自治成熟，可按调用/会话/覆盖先行收费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3632" y="2651760"/>
            <a:ext cx="3822191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13632" y="2651760"/>
            <a:ext cx="73152" cy="1444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78224" y="2706624"/>
            <a:ext cx="35661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自动化动作可信准入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2944368"/>
            <a:ext cx="356615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T4 供数—决策—执行—回证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T5 NDT预演成为放行证据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8224" y="3639312"/>
            <a:ext cx="356615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只约束高风险、跨域自治扩权，不否定只读分析和建议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0416" y="2651760"/>
            <a:ext cx="3922776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0416" y="2651760"/>
            <a:ext cx="73152" cy="1444752"/>
          </a:xfrm>
          <a:prstGeom prst="rect">
            <a:avLst/>
          </a:prstGeom>
          <a:solidFill>
            <a:srgbClr val="1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2706624"/>
            <a:ext cx="3666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T7 结果型服务路径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944368"/>
            <a:ext cx="36667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体验、交易、风控、运营结果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639312"/>
            <a:ext cx="36667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额外依赖T4/T5、结果归因、动作责任和回滚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735824" y="1627632"/>
            <a:ext cx="164592" cy="164592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5687568" y="2505456"/>
            <a:ext cx="164592" cy="146304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7735824" y="3218688"/>
            <a:ext cx="164592" cy="164592"/>
          </a:xfrm>
          <a:prstGeom prst="rightArrow">
            <a:avLst/>
          </a:prstGeom>
          <a:solidFill>
            <a:srgbClr val="1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913632" y="4206240"/>
            <a:ext cx="7909560" cy="621792"/>
          </a:xfrm>
          <a:prstGeom prst="roundRect">
            <a:avLst/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9936" y="4261104"/>
            <a:ext cx="76169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T8 横切全部趋势：标准更可能冻结能力语义、信息模型、接口行为和一致性测试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59936" y="4480560"/>
            <a:ext cx="7616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不构成第五个演进阶段；增强既有NF、SMO服务、边缘Agent或新功能均可承载同一外部行为。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913632" y="4919472"/>
          <a:ext cx="790956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51560"/>
                <a:gridCol w="5303520"/>
              </a:tblGrid>
              <a:tr h="318211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趋势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确定性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主要依据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18211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T1 / T2 / T3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高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需求刚性强，目录、近源处理和产品化已有工程基础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</a:tr>
              <a:tr h="318211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T4 / T5 / T6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中高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机制明确，通信级闭环、动作证据和任务适用性仍需验证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8211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T7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A中高 / B低—中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能力服务已有CAMARA/Open Gateway信号；结果型服务的归因、责任和规模付费尚不成熟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</a:tr>
              <a:tr h="318212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低—中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能力收敛方向明确，最终网元和部署拓扑尚未冻结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Rectangle 47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3.1    筛选口径：需求刚性 · 可证伪性 · 工程成熟 · 产业牵引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T2 / T3  ·  分布式供给基础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元数据事件化与近源执行共同解决“变化可见、数据按时可达”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静态目录必然落后于生产状态；高频无线与感知数据又不能默认全量集中。因此必须同时具备变化事件传播和全局规则、近源执行分层。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56692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1152144"/>
            <a:ext cx="640080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T2  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33856"/>
            <a:ext cx="4663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元数据将从静态目录升级为“变化事件”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408176"/>
            <a:ext cx="53949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完整机制：基线快照 + 变化事件 + 周期对账。事件携带事件时间、版本、来源、作用域、Correlation ID，以及受影响的产品、模型、策略和消费者。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8366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事件范围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48256"/>
            <a:ext cx="539496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Schema/对象关系、拓扑与配置、任务适用性与权限、血缘与成本、数据—模型关联。对象覆盖小区、波束、频段、UE群、会话、云资源及其映射。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779776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主要作用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39496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自动生成影响清单；触发契约测试、缓存/特征/模型失效、策略复核和重新审批；支持跨域变更回放与责任追踪。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675887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成立逻辑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840479"/>
            <a:ext cx="539496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目录只描述扫描时刻；配置、拓扑、权限和质量持续变化。模型和Agent使用过期信息会把报表错误升级为错误动作。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72000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适用边界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736592"/>
            <a:ext cx="539496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不把全部业务数据改成事件；中央事件总线不进入毫秒快环；事件不能替代本地状态，必须保留快照和对账。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060704"/>
            <a:ext cx="5660136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1152144"/>
            <a:ext cx="640080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17043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T3  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1133856"/>
            <a:ext cx="4663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部署形态将收敛为“全局控制、近源执行”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408176"/>
            <a:ext cx="538581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高频数据全量远传受带宽、时延、能耗、隐私和断链约束。快环、MEC、专网与NTN必须本地运行；完全分散又会造成语义、版本和责任漂移。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901952"/>
            <a:ext cx="5385816" cy="786384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956816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全局层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57984"/>
            <a:ext cx="5129784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对象/语义、任务适用性模板、产品定义、策略、模型和版本发布。统一的是规则与语义，不是全部存储和处理位置。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2743200"/>
            <a:ext cx="5385816" cy="786384"/>
          </a:xfrm>
          <a:prstGeom prst="roundRect">
            <a:avLst/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2798064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本地层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999232"/>
            <a:ext cx="5129784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过滤、聚合、特征、缓存、预编译策略、受限推理与动作；断链期间按已批准版本继续运行。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3584448"/>
            <a:ext cx="5385816" cy="786384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639312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异步回流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840480"/>
            <a:ext cx="5129784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上传摘要、执行证据、漂移与冲突；支持版本回退。远端目录/审批不得成为快环同步依赖。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4480560"/>
            <a:ext cx="5385816" cy="10241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边界：不同网络仍可采用不同层级和拓扑。Ericsson动态放置、Nokia域自治加公共Fabric、Huawei近源算子命名不同，但共同指向两级控制。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趋同的是部署约束，不是统一产品或网元名称。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" y="5724144"/>
            <a:ext cx="11475720" cy="8046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领先信号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T2：Schema/配置/任务适用性/权限变更自动生成影响清单并触发CI或策略检查。T3：近源算子与全局目录/策略解耦，断链按已批准版本运行。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9768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验证指标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9768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T2：变更发现P95、影响覆盖、误报/漏报、对账差异、失效传播时长。T3：P99、跨域字节减量、断链可用、策略同步、版本回退。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2336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反证条件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2336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T2：目录仍靠人工扫描，事故早于目录发现变化，事件无法关联对象与版本。T3：所有查询/审批必须经过中心，或各域无法共享语义和策略。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T2 / T3    [S27] OpenLineage  ·  [S9][S12][S20] 两级部署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T1 / T6  ·  数据运营基础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网络数据将由接口资源升级为带契约和适用性证明的运营产品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数据可访问不等于可使用。持续复用需要Owner、契约和生命周期；进入模型与闭环还需要面向特定对象、时间和任务的任务适用性证明。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56692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1152144"/>
            <a:ext cx="640080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T1  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33856"/>
            <a:ext cx="4663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网络数据将被封装为可运营的数据产品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408176"/>
            <a:ext cx="53949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最低定义：明确消费者与任务、稳定标识和版本、Owner、Schema/语义、任务适用性、SLO、用途/权限、血缘、成本/计量、保留期及退出机制。只有目录条目、接口包装或Marketplace页面，仍不是数据产品。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56816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成立逻辑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121408"/>
            <a:ext cx="53949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源和消费者同时增加，点对点集成按“源×消费者”增长。稳定契约是跨场景复用的必要条件；无Owner就无法持续管理变更、SLO、成本和退出。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34640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落地重点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99232"/>
            <a:ext cx="53949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优先产品化故障、节能、移动性、QoE和模型特征。默认交付事件、聚合指标、特征或分析服务，而不是全量原始流。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71246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验收口径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877056"/>
            <a:ext cx="53949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以持续消费者、跨场景复用、契约合规和单位有效任务成本验收，不以目录数量、接口数量或PB规模验收。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90288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适用边界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754879"/>
            <a:ext cx="53949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产品化不等于上架目录。无线数据必须携带小区、频段、波束、配置和采样窗口，不能只交付字段。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060704"/>
            <a:ext cx="5660136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1152144"/>
            <a:ext cx="960120" cy="20116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170432"/>
            <a:ext cx="960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T6  中高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1133856"/>
            <a:ext cx="4343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任务适用性将成为数据进入模型与闭环的准入标准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408176"/>
            <a:ext cx="538581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任务适用性指面向特定用途的数据适用性质量，不是覆盖所有数据的总分，也不是已冻结的统一3GPP指标。它用可测试的“适用性信封”说明：数据在何种对象、时空、配置与采样条件下可被哪个模型或闭环安全使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956816"/>
            <a:ext cx="5385816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993392"/>
            <a:ext cx="51297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通用质量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76272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准确、完整、一致、新鲜、唯一、可追溯。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2615184"/>
            <a:ext cx="5385816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2651760"/>
            <a:ext cx="51297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通信质量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834640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采样代表性、时空覆盖、同步误差、配置一致、测量置信、suspect/incomplete。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3273552"/>
            <a:ext cx="5385816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310128"/>
            <a:ext cx="51297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AI质量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493008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标签来源、训练—服务分布偏差、特征漂移、适用对象与禁用边界。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2" y="3931920"/>
            <a:ext cx="5385816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968496"/>
            <a:ext cx="51297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准入方式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4151376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按用途设阈值；未达则降级、阻断或重验；与模型卡、产品契约和动作风险挂钩。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626864"/>
            <a:ext cx="5385816" cy="8778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边界：字段完整不等于语义可比；样本量大不等于具有代表性。不能用一个总分评价所有数据。术语上不以QoD指代数据质量；QoD仅指CAMARA Quality on Demand API。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" y="5724144"/>
            <a:ext cx="11475720" cy="8046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领先信号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T1：产品契约进入版本基线，生产者和消费者共同签署SLO/任务适用性。T6：任务适用性进入数据契约、模型卡、跨域接口和动作放行条件。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9768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验证指标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9768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T1：交付周期、复用消费者、契约违规、重复采集下降、单位任务成本。T6：覆盖/代表性、同步误差、配置一致、漂移、误动作、降级触发。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2336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反证 / 证据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2336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反证：每场景重新取数清洗，或只统计完整性/接口成功率。证据：Nokia Data Suite、Ericsson Data Mesh、Huawei Data QoS。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T1 / T6    [S10][S14][S24]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T4 / T5  ·  可信自动化趋势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Agent协同与NDT动作验证共同构成高风险自动化的可信准入机制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数据进入真实网络控制后，错误不再只是分析偏差。融合的是接口与证据图，分离的是治理责任；NDT是重要放行证据，不是绝对安全证明。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224028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097280"/>
            <a:ext cx="2093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WenQuanYi Micro Hei"/>
                <a:ea typeface="WenQuanYi Micro Hei"/>
              </a:rPr>
              <a:t>1  供数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316736"/>
            <a:ext cx="209397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版本化产品、上下文、任务适用性、策略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7752" y="1316736"/>
            <a:ext cx="128016" cy="146304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5768" y="1060704"/>
            <a:ext cx="224028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097280"/>
            <a:ext cx="2093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WenQuanYi Micro Hei"/>
                <a:ea typeface="WenQuanYi Micro Hei"/>
              </a:rPr>
              <a:t>2  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316736"/>
            <a:ext cx="209397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模型/Agent选择数据、工具和候选动作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56048" y="1316736"/>
            <a:ext cx="128016" cy="146304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4064" y="1060704"/>
            <a:ext cx="224028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097280"/>
            <a:ext cx="2093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WenQuanYi Micro Hei"/>
                <a:ea typeface="WenQuanYi Micro Hei"/>
              </a:rPr>
              <a:t>3  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1316736"/>
            <a:ext cx="209397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NDT预演、策略、风险预算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24344" y="1316736"/>
            <a:ext cx="128016" cy="146304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1060704"/>
            <a:ext cx="224028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097280"/>
            <a:ext cx="2093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WenQuanYi Micro Hei"/>
                <a:ea typeface="WenQuanYi Micro Hei"/>
              </a:rPr>
              <a:t>4  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316736"/>
            <a:ext cx="209397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身份、作用域、租约、灰度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92640" y="1316736"/>
            <a:ext cx="128016" cy="146304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0656" y="1060704"/>
            <a:ext cx="224028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1097280"/>
            <a:ext cx="2093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WenQuanYi Micro Hei"/>
                <a:ea typeface="WenQuanYi Micro Hei"/>
              </a:rPr>
              <a:t>5  回证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1316736"/>
            <a:ext cx="209397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结果、漂移、熔断、回滚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1883664"/>
            <a:ext cx="56692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1975104"/>
            <a:ext cx="960120" cy="20116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1993392"/>
            <a:ext cx="960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T4  中高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7904" y="1956816"/>
            <a:ext cx="43525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形成“供数—决策—执行—回证”协同闭环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231136"/>
            <a:ext cx="53949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Agent若处理真实网络任务，必须持续获得当前对象、配置、质量与权限，而不是一次性把文档放进向量库。一旦能调用工具，数据错误就会转化为动作风险。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270662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融合内容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2871216"/>
            <a:ext cx="53949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目录检索、订阅、血缘和策略成为受控工具；数据、模型、提示、工具、动作和结果共享版本关系；审计证据跨工具传播。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62102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责任分离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3785615"/>
            <a:ext cx="53949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数据管用途/保留/删除；模型管性能/偏差/漂移；Agent管身份/权限/动作。Reasoner与Actor隔离，无边界“大脑”不可审计。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53542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落地顺序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700016"/>
            <a:ext cx="53949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只读检索与调查 → 决策建议与工单编排 → 影子运行 → 白名单低风险动作 → 高风险动作受控准入。快环保留确定性执行。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1883664"/>
            <a:ext cx="5660136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91072" y="1975104"/>
            <a:ext cx="960120" cy="20116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993392"/>
            <a:ext cx="960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T5  中高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1956816"/>
            <a:ext cx="4343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NDT预演成为高风险动作的重要放行证据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2231136"/>
            <a:ext cx="538581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Data Fabric向NDT提供带时间、配置、任务适用性与血缘的版本化状态快照；NDT比较执行/不执行/替代动作，输出收益、冲突和副作用；策略引擎决定放行、灰度或拒绝，生产结果再回流校准。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2761488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有效证据条件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2926080"/>
            <a:ext cx="5385816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定义保真度、最大同步滞后、场景覆盖和可接受预测误差；保存输入快照、孪生/模型版本、候选动作、预演结果、放行理由和生产结果。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3657600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超限处理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3822191"/>
            <a:ext cx="5385816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误差超门槛或覆盖不足时自动退回建议/人工模式。不得用“孪生通过”替代责任审批。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4553712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C0392B"/>
                </a:solidFill>
                <a:latin typeface="WenQuanYi Micro Hei"/>
                <a:ea typeface="WenQuanYi Micro Hei"/>
              </a:rPr>
              <a:t>适用边界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4718304"/>
            <a:ext cx="5385816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NDT是证据链中的消费者和生产者，不是Fabric同义词，也不是绝对安全证明。必须与灰度、熔断、回滚和人工接管组合。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" y="5724144"/>
            <a:ext cx="11475720" cy="8046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领先信号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Agent工具调用携带身份、产品/模型版本和策略决策；NDT进入变更审批和动作验证路径，而不是独立演示平台。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9768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验证指标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39768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证据完整、越权拦截、错误上下文阻断、人工接管、回滚成功；同步滞后、预测误差、覆盖、回放一致、灰度失败。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2336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反证 / 证据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2336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反证：只有聊天或RAG；NDT只有拓扑可视化。证据：3GPP AI生命周期、SA5 NDT管理、厂商Agent与自治平台。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T4 / T5    [S4][S23][S28][S29]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T7  ·  责任边界与商业分化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商业化将沿责任边界分化：能力服务出售可组合输入，结果服务承诺可归因输出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分叉点不是数据形态，而是买方还是供应方承担决策、动作与结果责任。稳定产品、语义、任务适用性和计量只决定服务能否履约，并不解释为什么分化。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11475720" cy="713232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97280"/>
            <a:ext cx="1121968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分化机制  ·  决策权 × 动作权 × 结果责任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11219688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有集成能力且保留控制权的买方购买可组合能力，形成路径A；希望转移持续运营与结果责任的客户购买托管结果，形成路径B。接口标准化推动A跨网复制，也压低差异化；归因与责任风险限制B规模化，因此两者长期并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883664"/>
            <a:ext cx="56692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" y="1975104"/>
            <a:ext cx="1645920" cy="20116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99339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路径A  ·  中高确定性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956816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数据/API与能力服务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267712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F7A4D"/>
                </a:solidFill>
                <a:latin typeface="WenQuanYi Micro Hei"/>
                <a:ea typeface="WenQuanYi Micro Hei"/>
              </a:rPr>
              <a:t>责任与控制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432304"/>
            <a:ext cx="539496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买方保留业务决策和网络动作权；供应方只保证接口行为、可用性、SLA与用途约束，不承担最终业务结果。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072384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F7A4D"/>
                </a:solidFill>
                <a:latin typeface="WenQuanYi Micro Hei"/>
                <a:ea typeface="WenQuanYi Micro Hei"/>
              </a:rPr>
              <a:t>交易对象 / 买方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36976"/>
            <a:ext cx="539496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Quality on Demand（QoD）、位置、身份、状态、分析或网络能力；面向行业平台、开发者、CPaaS与聚合渠道。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877056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F7A4D"/>
                </a:solidFill>
                <a:latin typeface="WenQuanYi Micro Hei"/>
                <a:ea typeface="WenQuanYi Micro Hei"/>
              </a:rPr>
              <a:t>扩张与计价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041648"/>
            <a:ext cx="539496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聚合层解决跨网发现、认证、覆盖、用量和结算；按调用、会话、覆盖、用量或订阅收费。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681728"/>
            <a:ext cx="53949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F7A4D"/>
                </a:solidFill>
                <a:latin typeface="WenQuanYi Micro Hei"/>
                <a:ea typeface="WenQuanYi Micro Hei"/>
              </a:rPr>
              <a:t>验证 / 反证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846320"/>
            <a:ext cx="539496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验证跨网一致、付费客户、收入、履约成本和续费。只有API数量而无持续消费与收入即不成立。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1883664"/>
            <a:ext cx="5660136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91072" y="1975104"/>
            <a:ext cx="1737360" cy="201168"/>
          </a:xfrm>
          <a:prstGeom prst="roundRect">
            <a:avLst/>
          </a:prstGeom>
          <a:solidFill>
            <a:srgbClr val="1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993392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路径B  ·  低—中确定性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1956816"/>
            <a:ext cx="357530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结果型托管/自治服务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267712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45A3A"/>
                </a:solidFill>
                <a:latin typeface="WenQuanYi Micro Hei"/>
                <a:ea typeface="WenQuanYi Micro Hei"/>
              </a:rPr>
              <a:t>责任与控制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432304"/>
            <a:ext cx="5385816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供应方参与决策和动作，并对约定结果负责；客户购买的是效果和责任转移，而不是单项接口。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072384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45A3A"/>
                </a:solidFill>
                <a:latin typeface="WenQuanYi Micro Hei"/>
                <a:ea typeface="WenQuanYi Micro Hei"/>
              </a:rPr>
              <a:t>交易对象 / 买方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236976"/>
            <a:ext cx="5385816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体验、成功率、节能、故障或风险改善；面向金融、车联、工业、媒体等结果责任方。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877056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45A3A"/>
                </a:solidFill>
                <a:latin typeface="WenQuanYi Micro Hei"/>
                <a:ea typeface="WenQuanYi Micro Hei"/>
              </a:rPr>
              <a:t>扩张与计价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041648"/>
            <a:ext cx="5385816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需T4/T5、结果基线、归因、动作授权、风险上限和回滚；按托管费、增益、风险降低或结果分成。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681728"/>
            <a:ext cx="538581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145A3A"/>
                </a:solidFill>
                <a:latin typeface="WenQuanYi Micro Hei"/>
                <a:ea typeface="WenQuanYi Micro Hei"/>
              </a:rPr>
              <a:t>验证 / 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846320"/>
            <a:ext cx="5385816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验证归因置信、效果、误动作、风险、争议和回滚成本。无法定义基线、定责或回退即不能规模化。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5724144"/>
            <a:ext cx="11475720" cy="8046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长期共存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能自行集成的客户购买能力，希望转移运营责任的客户购买结果；A和B不是简单成熟度先后，收入、责任和风险必须分开核算。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9768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证据状态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9768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A：CAMARA/Open Gateway与中国移动Quality on Demand（QoD）已提供商业信号。B：域级自动化有效，但公开结果定价、责任转移和规模分成证据不足。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2336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共同前提 / 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2336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内部产品稳定性只决定能否履约，不是分化原因。原始感知数据出售不是默认模式；域级性能改善也不能外推结果型合同已成立。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T7    [S16][S18][S55]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T8  ·  标准承载趋势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74320"/>
            <a:ext cx="11475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700" b="1">
                <a:solidFill>
                  <a:srgbClr val="0B1F3A"/>
                </a:solidFill>
                <a:latin typeface="WenQuanYi Micro Hei"/>
                <a:ea typeface="WenQuanYi Micro Hei"/>
              </a:rPr>
              <a:t>标准更可能冻结“能力与接口”，而非唯一专用数据面网元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585216"/>
            <a:ext cx="11475720" cy="384048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T1–T7的需求会留下，承载它们的拓扑、组件边界和名称未必统一。跨厂商必须一致的是外部行为；内部组件和部署位置仍可保持多样化。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5669280" cy="3310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标准优先固化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081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26464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081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生产者、消费者和处理能力角色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8653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83664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653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稳定对象标识、对象关系和信息模型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3225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340864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225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任务适用性公共属性与表达方式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27797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798064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797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发现、处理、存储、交付和暴露的外部行为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2369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255264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369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生命周期、授权和证据引用关系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694176"/>
            <a:ext cx="256032" cy="2011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712463"/>
            <a:ext cx="256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WenQuanYi Micro Hei"/>
                <a:ea typeface="WenQuanYi Micro 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94176"/>
            <a:ext cx="50474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跨厂商一致性测试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060704"/>
            <a:ext cx="5660136" cy="3310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1133856"/>
            <a:ext cx="5385816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实现保持开放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1426464"/>
            <a:ext cx="5385816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1472184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增强既有功能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1682496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扩展DCCF、ADRF、NWDAF、MDA等SBI与管理服务。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2121408"/>
            <a:ext cx="5385816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167128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管理域/边缘承载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377440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以SMO服务、边缘Agent或近源运行时组合部署。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2816352"/>
            <a:ext cx="5385816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2862072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可插拔多后端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072384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事件、流、文件、模型和派生数据可选择不同运行时。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3511296"/>
            <a:ext cx="5385816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557016"/>
            <a:ext cx="51297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必要时新增NF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767328"/>
            <a:ext cx="51297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仅当复用造成隔离、吞吐或职责不可分时再引入专用功能。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4480560"/>
            <a:ext cx="11475720" cy="1152144"/>
          </a:xfrm>
          <a:prstGeom prst="roundRect">
            <a:avLst/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535424"/>
            <a:ext cx="1121968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成立逻辑与产品策略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4736592"/>
            <a:ext cx="11219688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发现、采集、处理、存储、暴露和治理跨越不同域与时标，不同用例不可能共享完全相同的在线流程。标准应优先冻结跨厂商必须一致的外部行为；内部拓扑写得越死，越难适配运营商存量和边缘资源差异。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产品跟踪能力、语义、任务适用性、接口和测试，不押注某个厂商网元名称。若独立平面增加时延、状态和重复治理，应退回能力增强；若复用导致职责不可分，再考虑新功能。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" y="5724144"/>
            <a:ext cx="11475720" cy="8046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领先信号 / 指标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Rel-21收敛功能、信息模型与接口，同时允许多种部署拓扑。指标：互操作、复用率、额外时延/状态、迁移与替换成本。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反证 / 证据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39768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反证：3GPP明确冻结独立统一数据平面及必选NF和流程。证据：SA2 KI#21、SA5 DMFW、Huawei DO/DA/DCP仍是候选原型。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2336" y="5760720"/>
            <a:ext cx="3691128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第三章收束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2336" y="5907024"/>
            <a:ext cx="369112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6G Data Fabric的核心控制点将集中于语义、任务适用性、近源运行、动作证据和跨网结算，而不是单一平台名称。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第三章产业趋势 · T8    [S5][S12][S26]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